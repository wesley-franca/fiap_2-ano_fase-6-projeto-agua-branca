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o escopo: transformar o protótipo da Sprint 1 em plataforma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protótipo já mostrava as telas; faltava a plataforma por trás delas.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comando sobe API e banco. O app no emulador acessa 10.0.2.2, que é a máquina.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Demonstrar ao vivo: token do operador em /api/projetos devolve 403.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Substituir os dois espaços pelos prints do gestor e da liderança.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regras estão no backend, não na tela: qualquer cliente recebe o mesmo tratamento.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Swagger ao vivo, usando o botão Authorize com o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 está verde no repositório; mostrar a aba Actions se houver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Fórmula do ROI: (retorno - investimento) / investimento, calculada sobre os 11 projetos.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subida leva alguns minutos porque compila a API dentro do container.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Encerrar reforçando: a base está pronta para receber a camada de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71600"/>
            <a:ext cx="1371600" cy="1371600"/>
          </a:xfrm>
          <a:prstGeom prst="roundRect">
            <a:avLst>
              <a:gd name="adj" fmla="val 16667"/>
            </a:avLst>
          </a:prstGeom>
          <a:solidFill>
            <a:srgbClr val="4C63DD"/>
          </a:solidFill>
          <a:ln w="12700">
            <a:solidFill>
              <a:srgbClr val="4C63D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22960" y="13716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560320" y="146304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de Inovação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22860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Águia Branca · da ideia na operação ao resultado medido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· 2º ano · Fase 6 · Sprint 2 · Grupo 42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9319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9E7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[PREENCHER: nome completo e RM de cada integrante]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8521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Java · Spring Boot · MongoDB     |     App Android · Kotlin · Jetpack Compose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protótipo a plataforma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mudou da Sprint 1 para a Sprint 2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F2F3F7"/>
          </a:solidFill>
          <a:ln w="12700">
            <a:solidFill>
              <a:srgbClr val="F2F3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60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0604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fixos na memória do aparelho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simulado, sem usuários reais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era guardado ao fechar o app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aparelho vivia isolado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09360" y="173736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E8EBFB"/>
          </a:solidFill>
          <a:ln w="12700">
            <a:solidFill>
              <a:srgbClr val="E8EB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2011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60604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próprio com 27 endpoints REST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JWT com três perfis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persistidos em MongoDB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consumindo a API, sem nenhum mock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containers e um app: tudo roda na máquina de quem avalia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0175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4C63DD"/>
            </a:solidFill>
            <a:prstDash val="solid"/>
          </a:ln>
          <a:effectLst>
            <a:outerShdw sx="100000" sy="100000" kx="0" ky="0" algn="bl" rotWithShape="0" blurRad="101600" dist="25400" dir="5400000">
              <a:srgbClr val="C9CCDB">
                <a:alpha val="5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Android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8892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· Compose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 · Retrofit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grafo por perfil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0" y="2011680"/>
            <a:ext cx="30175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25400" dir="5400000">
              <a:srgbClr val="C9CCDB">
                <a:alpha val="5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7200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REST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78892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4 · Java 21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repository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503920" y="2011680"/>
            <a:ext cx="301752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  <a:effectLst>
            <a:outerShdw sx="100000" sy="100000" kx="0" ky="0" algn="bl" rotWithShape="0" blurRad="101600" dist="25400" dir="5400000">
              <a:srgbClr val="C9CCDB">
                <a:alpha val="5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503920" y="22402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788920"/>
            <a:ext cx="2560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em decimal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único de e-mail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2971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C63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→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2971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9E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846320"/>
            <a:ext cx="10881360" cy="1097280"/>
          </a:xfrm>
          <a:prstGeom prst="roundRect">
            <a:avLst>
              <a:gd name="adj" fmla="val 10000"/>
            </a:avLst>
          </a:prstGeom>
          <a:solidFill>
            <a:srgbClr val="E8EBFB"/>
          </a:solidFill>
          <a:ln w="12700">
            <a:solidFill>
              <a:srgbClr val="E8EBF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5074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 →  API em localhost:8080, Swagger em /swagger-ui.html, banco já populado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perfil enxerga o que lhe cabe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perfil viaja dentro do token e cada rota declara quem pode acessá-la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  <a:gridCol w="26517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Recurso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Operador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Liderança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Orientações estratégicas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cria, edita, exclui e vê histórico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Ideias de inovação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 e gerencia as próprias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prioriza, avança etapa, rejeita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 e iniciativas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cria, edita, acompanha, registra resultados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 o andamento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tático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visão executiva completa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0292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AF6EE"/>
          </a:solidFill>
          <a:ln w="12700">
            <a:solidFill>
              <a:srgbClr val="EAF6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52578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5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Senhas com BCrypt · token JWT de 8 horas · quem não tem permissão recebe 403 com mensagem clara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app em uso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Mesmas telas da Sprint 1, agora alimentadas pela API</a:t>
            </a:r>
            <a:endParaRPr lang="en-US" sz="1400" dirty="0"/>
          </a:p>
        </p:txBody>
      </p:sp>
      <p:pic>
        <p:nvPicPr>
          <p:cNvPr id="4" name="Image 0" descr="/home/wesley/Documents/dev/FIAP/fiap_2-ano_fase-6-projeto-agua-branca/docs/prints/01_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1920240" cy="38404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23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com e-mail e senha</a:t>
            </a:r>
            <a:endParaRPr lang="en-US" sz="1100" dirty="0"/>
          </a:p>
        </p:txBody>
      </p:sp>
      <p:pic>
        <p:nvPicPr>
          <p:cNvPr id="6" name="Image 1" descr="/home/wesley/Documents/dev/FIAP/fiap_2-ano_fase-6-projeto-agua-branca/docs/prints/02_operador_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737360"/>
            <a:ext cx="1920240" cy="3840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474720" y="5623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Operador: só as próprias ideias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583680" y="1737360"/>
            <a:ext cx="1920240" cy="3840480"/>
          </a:xfrm>
          <a:prstGeom prst="roundRect">
            <a:avLst>
              <a:gd name="adj" fmla="val 4762"/>
            </a:avLst>
          </a:prstGeom>
          <a:solidFill>
            <a:srgbClr val="F2F3F7"/>
          </a:solidFill>
          <a:ln w="12700">
            <a:solidFill>
              <a:srgbClr val="C9CCDB"/>
            </a:solidFill>
            <a:prstDash val="dash"/>
          </a:ln>
        </p:spPr>
      </p:sp>
      <p:sp>
        <p:nvSpPr>
          <p:cNvPr id="9" name="Text 5"/>
          <p:cNvSpPr txBox="1"/>
          <p:nvPr/>
        </p:nvSpPr>
        <p:spPr>
          <a:xfrm>
            <a:off x="6583680" y="3291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PRINT]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400800" y="5623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Gestor: painel e fila de ideias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509760" y="1737360"/>
            <a:ext cx="1920240" cy="3840480"/>
          </a:xfrm>
          <a:prstGeom prst="roundRect">
            <a:avLst>
              <a:gd name="adj" fmla="val 4762"/>
            </a:avLst>
          </a:prstGeom>
          <a:solidFill>
            <a:srgbClr val="F2F3F7"/>
          </a:solidFill>
          <a:ln w="12700">
            <a:solidFill>
              <a:srgbClr val="C9CCDB"/>
            </a:solidFill>
            <a:prstDash val="dash"/>
          </a:ln>
        </p:spPr>
      </p:sp>
      <p:sp>
        <p:nvSpPr>
          <p:cNvPr id="12" name="Text 8"/>
          <p:cNvSpPr txBox="1"/>
          <p:nvPr/>
        </p:nvSpPr>
        <p:spPr>
          <a:xfrm>
            <a:off x="9509760" y="329184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[INSERIR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PRINT]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326880" y="5623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Liderança: indicadores e gráficos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ideia ao resultado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que uma sugestão percorre dentro da plataforma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4C63D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965960"/>
            <a:ext cx="457200" cy="457200"/>
          </a:xfrm>
          <a:prstGeom prst="ellipse">
            <a:avLst/>
          </a:prstGeom>
          <a:solidFill>
            <a:srgbClr val="4C63D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Enviada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 registra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vê na operação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633472" y="2743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C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907792" y="219456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85032" y="19659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907792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análise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044952" y="30175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gestor avalia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prioriza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901184" y="2743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C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175504" y="219456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E8A3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52744" y="196596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75504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312664" y="30175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melhores ideias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68896" y="2743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C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443216" y="219456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2E9E5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0456" y="1965960"/>
            <a:ext cx="457200" cy="457200"/>
          </a:xfrm>
          <a:prstGeom prst="ellipse">
            <a:avLst/>
          </a:prstGeom>
          <a:solidFill>
            <a:srgbClr val="2E9E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43216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580376" y="30175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 iniciativa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prazo e verba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436608" y="2743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CC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10928" y="2194560"/>
            <a:ext cx="201168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488168" y="19659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710928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9848088" y="3017520"/>
            <a:ext cx="1737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medido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dashboard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48056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E8EBFB"/>
          </a:solidFill>
          <a:ln w="12700">
            <a:solidFill>
              <a:srgbClr val="E8EBF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05840" y="461772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Regras que a API garante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0292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autor edita a ideia só enquanto ninguém a avaliou · rejeição exige motivo · pular etapas é recusado · uma ideia aprovada origina um único projeto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endpoints REST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Documentados no Swagger e em docs/ENDPOINTS.md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Autenticação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783080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/api/auth/login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 /api/auth/me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624328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Orientações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262432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GET/POST/PUT/DELETE /api/orientacoes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/api/orientacoes/{id}/historico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465576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465576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Ideias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3465576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GET/POST/PUT/DELETE /api/ideias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/api/ideias/{id}/prioridade · /status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306824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306824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Projetos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4306824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GET/POST/PUT/DELETE /api/projetos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/api/projetos/{id}/progresso · /resultados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5148072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5148072"/>
            <a:ext cx="2194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514807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/api/dashboard/gestor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/api/dashboard/resumo · /orientacoes · /projetos/{id}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seguem um formato único, com status, mensagem e caminho — 400, 401, 403, 404 e 409.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 comprovada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só funcionar na demonstração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E8EBFB"/>
          </a:solidFill>
          <a:ln w="12700">
            <a:solidFill>
              <a:srgbClr val="E8EBF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integração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MongoDB em container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8288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E8EBFB"/>
          </a:solidFill>
          <a:ln w="12700">
            <a:solidFill>
              <a:srgbClr val="E8EBF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documentados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testáveis no Swagger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828800"/>
            <a:ext cx="3383280" cy="2011680"/>
          </a:xfrm>
          <a:prstGeom prst="roundRect">
            <a:avLst>
              <a:gd name="adj" fmla="val 5455"/>
            </a:avLst>
          </a:prstGeom>
          <a:solidFill>
            <a:srgbClr val="E8EBFB"/>
          </a:solidFill>
          <a:ln w="12700">
            <a:solidFill>
              <a:srgbClr val="E8EBF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C63D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perfis com permissões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verificadas em cada rota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438912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 contínua no GitHub Actions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480060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envio de código: testes do backend e compilação do APK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Camadas separadas, DTOs distintos dos documentos e validação de entrada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sempre calculados, nunca gravados — não há como ficarem inconsistentes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números da demonstração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sobe populado e reproduz os indicadores do protótipo — todos calculados pela API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2A3574"/>
          </a:solidFill>
          <a:ln w="12700">
            <a:solidFill>
              <a:srgbClr val="3D4A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1488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2,4x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consolidado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9120" y="192024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2A3574"/>
          </a:solidFill>
          <a:ln w="12700">
            <a:solidFill>
              <a:srgbClr val="3D4A8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89120" y="21488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R$ 1,9M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971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lucro obtido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2A3574"/>
          </a:solidFill>
          <a:ln w="12700">
            <a:solidFill>
              <a:srgbClr val="3D4A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0" y="214884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11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29718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no prazo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02336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2A3574"/>
          </a:solidFill>
          <a:ln w="12700">
            <a:solidFill>
              <a:srgbClr val="3D4A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25196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R$ 420k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0749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evitado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0" y="402336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2A3574"/>
          </a:solidFill>
          <a:ln w="12700">
            <a:solidFill>
              <a:srgbClr val="3D4A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89120" y="425196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+9,4%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50749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produtividade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38160" y="4023360"/>
            <a:ext cx="3383280" cy="1737360"/>
          </a:xfrm>
          <a:prstGeom prst="roundRect">
            <a:avLst>
              <a:gd name="adj" fmla="val 6316"/>
            </a:avLst>
          </a:prstGeom>
          <a:solidFill>
            <a:srgbClr val="2A3574"/>
          </a:solidFill>
          <a:ln w="12700">
            <a:solidFill>
              <a:srgbClr val="3D4A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38160" y="4251960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8138160" y="50749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 ativos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rodar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precisa de Docker e Android Studio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4C63D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Subir a API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9748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 --build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182880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502920" cy="502920"/>
          </a:xfrm>
          <a:prstGeom prst="ellipse">
            <a:avLst/>
          </a:prstGeom>
          <a:solidFill>
            <a:srgbClr val="4C63D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30352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Rodar o app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69748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abrir a pasta app/ no Android Studio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em um emulador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82880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F5F6FA"/>
          </a:solidFill>
          <a:ln w="12700">
            <a:solidFill>
              <a:srgbClr val="F5F6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0" y="2057400"/>
            <a:ext cx="502920" cy="502920"/>
          </a:xfrm>
          <a:prstGeom prst="ellipse">
            <a:avLst/>
          </a:prstGeom>
          <a:solidFill>
            <a:srgbClr val="4C63D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205740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Entrar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697480"/>
            <a:ext cx="2834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operador@aguiabranca.com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gestor@aguiabranca.com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lideranca@aguiabranca.com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senha: senha123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10881360" cy="822960"/>
          </a:xfrm>
          <a:prstGeom prst="roundRect">
            <a:avLst>
              <a:gd name="adj" fmla="val 13333"/>
            </a:avLst>
          </a:prstGeom>
          <a:solidFill>
            <a:srgbClr val="E8EBFB"/>
          </a:solidFill>
          <a:ln w="12700">
            <a:solidFill>
              <a:srgbClr val="E8EB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52120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README do repositório traz o roteiro de avaliação perfil a perfil e a solução de problemas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plataforma comporta a partir daqui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57400"/>
            <a:ext cx="411480" cy="411480"/>
          </a:xfrm>
          <a:prstGeom prst="ellipse">
            <a:avLst/>
          </a:prstGeom>
          <a:solidFill>
            <a:srgbClr val="4C63DD"/>
          </a:solidFill>
          <a:ln w="12700">
            <a:solidFill>
              <a:srgbClr val="4C63D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057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20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Inteligência artificial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2377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pontuar e priorizar ideias automaticamente e gerar análises dos resultados para a liderança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429000"/>
            <a:ext cx="411480" cy="411480"/>
          </a:xfrm>
          <a:prstGeom prst="ellipse">
            <a:avLst/>
          </a:prstGeom>
          <a:solidFill>
            <a:srgbClr val="4C63DD"/>
          </a:solidFill>
          <a:ln w="12700">
            <a:solidFill>
              <a:srgbClr val="4C63D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429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Experiência do operador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49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notificações quando a ideia muda de etapa e anexos de foto no cadastro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800600"/>
            <a:ext cx="411480" cy="411480"/>
          </a:xfrm>
          <a:prstGeom prst="ellipse">
            <a:avLst/>
          </a:prstGeom>
          <a:solidFill>
            <a:srgbClr val="4C63DD"/>
          </a:solidFill>
          <a:ln w="12700">
            <a:solidFill>
              <a:srgbClr val="4C63D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800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663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Operação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5120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publicação da API para acesso fora da rede local e relatórios exportáveis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10881360" cy="640080"/>
          </a:xfrm>
          <a:prstGeom prst="roundRect">
            <a:avLst>
              <a:gd name="adj" fmla="val 17143"/>
            </a:avLst>
          </a:prstGeom>
          <a:solidFill>
            <a:srgbClr val="EAF6EE"/>
          </a:solidFill>
          <a:ln w="12700">
            <a:solidFill>
              <a:srgbClr val="EAF6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5E3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github.com/wesley-franca/fiap_2-ano_fase-6-projeto-agua-branca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Plataforma de Inovação - Grupo Águia Branca</dc:title>
  <dc:subject>PptxGenJS Presentation</dc:subject>
  <dc:creator>Grupo 42 - FIAP</dc:creator>
  <cp:lastModifiedBy>Grupo 42 - FIAP</cp:lastModifiedBy>
  <cp:revision>1</cp:revision>
  <dcterms:created xsi:type="dcterms:W3CDTF">2026-09-18T03:06:34Z</dcterms:created>
  <dcterms:modified xsi:type="dcterms:W3CDTF">2026-09-18T03:06:34Z</dcterms:modified>
</cp:coreProperties>
</file>
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o escopo: transformar o protótipo da Sprint 1 em plataforma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protótipo já mostrava as telas; faltava a plataforma por trás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comando sobe API e banco. O app no emulador acessa 10.0.2.2, que é a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ao vivo: token do operador em /api/projetos devolve 403.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Substituir os dois espaços pelos prints do gestor e da liderança.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regras estão no backend, não na tela: qualquer cliente recebe o mesmo tratamento.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Swagger ao vivo, usando o botão Authorize com o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 está verde no repositório; mostrar a aba Actions se houver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Fórmula do ROI: (retorno - investimento) / investimento, calculada sobre os 11 projetos.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subida leva alguns minutos porque compila a API dentro do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reforçando: a base está pronta para receber a camada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-5-3.png"/><Relationship Id="rId6" Type="http://schemas.openxmlformats.org/officeDocument/2006/relationships/image" Target="../media/image-5-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371600" cy="1371600"/>
          </a:xfrm>
          <a:prstGeom prst="roundRect">
            <a:avLst>
              <a:gd name="adj" fmla="val 16667"/>
            </a:avLst>
          </a:prstGeom>
          <a:solidFill>
            <a:srgbClr val="4C63DD"/>
          </a:solidFill>
          <a:ln w="12700">
            <a:solidFill>
              <a:srgbClr val="4C63D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14630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Inovação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22860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Águia Branca · da ideia na operação ao resultado medido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FIAP · 2º ano · Fase 6 · Sprint 2 · Grupo 42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Mateus Bhering Beltrão Santos · RM564760</a:t>
            </a:r>
          </a:p>
          <a:p>
            <a:pPr indent="0" marL="0">
              <a:buNone/>
            </a:pPr>
            <a:r>
              <a:rPr lang="pt-BR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Ariel Alves Amaral · RM564563</a:t>
            </a:r>
          </a:p>
          <a:p>
            <a:pPr indent="0" marL="0">
              <a:buNone/>
            </a:pPr>
            <a:r>
              <a:rPr lang="pt-BR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Wesley Santos de França · RM563666</a:t>
            </a:r>
          </a:p>
          <a:p>
            <a:pPr indent="0" marL="0">
              <a:buNone/>
            </a:pPr>
            <a:r>
              <a:rPr lang="pt-BR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Ronaldo dos Santos Silva · RM561414</a:t>
            </a:r>
          </a:p>
          <a:p>
            <a:pPr indent="0" marL="0">
              <a:buNone/>
            </a:pPr>
            <a:r>
              <a:rPr lang="pt-BR" sz="1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Kumamoto Rêgo · RM566049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82296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Java · Spring Boot · MongoDB     |     App Android · Kotlin · Jetpack Compose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protótipo a plataforma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 da Sprint 1 para a Sprint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2F3F7"/>
          </a:solidFill>
          <a:ln w="12700">
            <a:solidFill>
              <a:srgbClr val="F2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60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fixos na memória do aparelho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simulado, sem usuários reais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era guardado ao fechar o app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aparelho vivia isolado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E8EBFB"/>
          </a:solidFill>
          <a:ln w="12700">
            <a:solidFill>
              <a:srgbClr val="E8EB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6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606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próprio com 27 endpoints REST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 com três perfis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persistidos em MongoDB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consumindo a API, sem nenhum mock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containers e um app: tudo roda na máquina de quem avalia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25400">
            <a:solidFill>
              <a:srgbClr val="4C63DD"/>
            </a:solidFill>
            <a:prstDash val="solid"/>
          </a:ln>
          <a:effectLst>
            <a:outerShdw sx="100000" sy="100000" kx="0" ky="0" algn="bl" rotWithShape="0" blurRad="101600" dist="25400" dir="5400000">
              <a:srgbClr val="C9CCDB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6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Android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· Compose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· Retrofit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grafo por perfil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C9CCDB">
                <a:alpha val="5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7889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· Java 21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repository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03920" y="201168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  <a:effectLst>
            <a:outerShdw sx="100000" sy="100000" kx="0" ky="0" algn="bl" rotWithShape="0" blurRad="101600" dist="25400" dir="5400000">
              <a:srgbClr val="C9CCDB">
                <a:alpha val="5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0392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27889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decimal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único de e-mail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6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→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E8EBFB"/>
          </a:solidFill>
          <a:ln w="12700">
            <a:solidFill>
              <a:srgbClr val="E8EB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5074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 →  API em localhost:8080, Swagger em /swagger-ui.html, banco já populado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perfil enxerga o que lhe cabe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perfil viaja dentro do token e cada rota declara quem pode acessá-la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3108960"/>
                <a:gridCol w="2651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Liderança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Orientações estratégicas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cria, edita, exclui e vê histórico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Ideias de inovação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 e gerencia as próprias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prioriza, avança etapa, rejeita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 e iniciativas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cria, edita, acompanha, registra resultados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o andamento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painel tático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visão executiva completa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5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com BCrypt · token JWT de 8 horas · quem não tem permissão recebe 403 com mensagem clara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app em uso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telas da Sprint 1, agora alimentadas pela API</a:t>
            </a:r>
            <a:endParaRPr lang="en-US" sz="1400" dirty="0"/>
          </a:p>
        </p:txBody>
      </p:sp>
      <p:pic>
        <p:nvPicPr>
          <p:cNvPr id="4" name="Image 0" descr="Tela de login do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087" y="1737360"/>
            <a:ext cx="1711105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23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e-mail e senha</a:t>
            </a:r>
            <a:endParaRPr lang="en-US" sz="1100" dirty="0"/>
          </a:p>
        </p:txBody>
      </p:sp>
      <p:pic>
        <p:nvPicPr>
          <p:cNvPr id="6" name="Image 1" descr="Tela inicial do oper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167" y="1737360"/>
            <a:ext cx="1711105" cy="3840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474720" y="5623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Operador: só as próprias ideias</a:t>
            </a:r>
            <a:endParaRPr lang="en-US" sz="1100" dirty="0"/>
          </a:p>
        </p:txBody>
      </p:sp>
      <p:pic>
        <p:nvPicPr>
          <p:cNvPr id="8" name="Image 2" descr="Painel do gest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130" y="1737360"/>
            <a:ext cx="1725340" cy="3840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0" y="5623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Gestor: painel e fila de ideias</a:t>
            </a:r>
            <a:endParaRPr lang="en-US" sz="1100" dirty="0"/>
          </a:p>
        </p:txBody>
      </p:sp>
      <p:pic>
        <p:nvPicPr>
          <p:cNvPr id="11" name="Image 3" descr="Dashboard da lideranç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7210" y="1737360"/>
            <a:ext cx="1725340" cy="3840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326880" y="5623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Liderança: indicadores e gráficos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ideia ao resultado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que uma sugestão percorre dentro da plataforma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4C63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965960"/>
            <a:ext cx="457200" cy="457200"/>
          </a:xfrm>
          <a:prstGeom prst="ellipse">
            <a:avLst/>
          </a:prstGeom>
          <a:solidFill>
            <a:srgbClr val="4C63D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6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Enviada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registra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vê na operação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07792" y="219456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85032" y="1965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análise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3017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avalia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prioriza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75504" y="219456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52744" y="1965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312664" y="3017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melhores ideias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168896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443216" y="219456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2E9E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0456" y="196596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580376" y="3017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iniciativa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prazo e verba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436608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C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10928" y="219456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88168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848088" y="301752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medido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E8EBFB"/>
          </a:solidFill>
          <a:ln w="12700">
            <a:solidFill>
              <a:srgbClr val="E8EBF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840" y="46177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que a API garante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50292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autor edita a ideia só enquanto ninguém a avaliou · rejeição exige motivo · pular etapas é recusado · uma ideia aprovada origina um único projeto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endpoints REST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 no Swagger e em docs/ENDPOINTS.md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6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7830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/api/auth/me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2432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6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Orientações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6243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GET/POST/PUT/DELETE /api/orientacoes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/api/orientacoes/{id}/historico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65576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6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Ideias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46557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GET/POST/PUT/DELETE /api/ideias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/api/ideias/{id}/prioridade · /status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306824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6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43068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GET/POST/PUT/DELETE /api/projetos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/api/projetos/{id}/progresso · /resultados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148072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6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514807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/api/dashboard/gestor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/api/dashboard/resumo · /orientacoes · /projetos/{id}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seguem um formato único, com status, mensagem e caminho — 400, 401, 403, 404 e 409.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comprovada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só funcionar na demonstração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8EBFB"/>
          </a:solidFill>
          <a:ln w="12700">
            <a:solidFill>
              <a:srgbClr val="E8EB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C6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integração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MongoDB em container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8288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8EBFB"/>
          </a:solidFill>
          <a:ln w="12700">
            <a:solidFill>
              <a:srgbClr val="E8EB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C6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documentados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testáveis no Swagger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8EBFB"/>
          </a:solidFill>
          <a:ln w="12700">
            <a:solidFill>
              <a:srgbClr val="E8EB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C63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9260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com permissões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verificadas em cada rota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3891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contínua no GitHub Actions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80060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envio de código: testes do backend e compilação do APK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separadas, DTOs distintos dos documentos e validação de entrada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sempre calculados, nunca gravados — não há como ficarem inconsistentes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números da demonstração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sobe populado e reproduz os indicadores do protótipo — todos calculados pela API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2A3574"/>
          </a:solidFill>
          <a:ln w="12700">
            <a:solidFill>
              <a:srgbClr val="3D4A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2,4x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consolidado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2A3574"/>
          </a:solidFill>
          <a:ln w="12700">
            <a:solidFill>
              <a:srgbClr val="3D4A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21488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R$ 1,9M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obtido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2A3574"/>
          </a:solidFill>
          <a:ln w="12700">
            <a:solidFill>
              <a:srgbClr val="3D4A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21488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11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971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no prazo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2A3574"/>
          </a:solidFill>
          <a:ln w="12700">
            <a:solidFill>
              <a:srgbClr val="3D4A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R$ 420k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74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evitado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402336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2A3574"/>
          </a:solidFill>
          <a:ln w="12700">
            <a:solidFill>
              <a:srgbClr val="3D4A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+9,4%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5074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402336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2A3574"/>
          </a:solidFill>
          <a:ln w="12700">
            <a:solidFill>
              <a:srgbClr val="3D4A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2519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5074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ativos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rodar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precisa de Docker e Android Studio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4C63D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Subir a API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rgbClr val="4C63D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Rodar o app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6974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abrir a pasta app/ no Android Studio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em um emulador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5F6FA"/>
          </a:solidFill>
          <a:ln w="12700">
            <a:solidFill>
              <a:srgbClr val="F5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057400"/>
            <a:ext cx="502920" cy="502920"/>
          </a:xfrm>
          <a:prstGeom prst="ellipse">
            <a:avLst/>
          </a:prstGeom>
          <a:solidFill>
            <a:srgbClr val="4C63D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6974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operador@aguiabranca.com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gestor@aguiabranca.com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lideranca@aguiabranca.com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senha: senha123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E8EBFB"/>
          </a:solidFill>
          <a:ln w="12700">
            <a:solidFill>
              <a:srgbClr val="E8EB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21208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README do repositório traz o roteiro de avaliação perfil a perfil e a solução de problemas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plataforma comporta a partir daqui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4C63DD"/>
          </a:solidFill>
          <a:ln w="12700">
            <a:solidFill>
              <a:srgbClr val="4C63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Inteligência artificial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77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pontuar e priorizar ideias automaticamente e gerar análises dos resultados para a liderança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4C63DD"/>
          </a:solidFill>
          <a:ln w="12700">
            <a:solidFill>
              <a:srgbClr val="4C63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Experiência do operador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quando a ideia muda de etapa e anexos de foto no cadastro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411480" cy="411480"/>
          </a:xfrm>
          <a:prstGeom prst="ellipse">
            <a:avLst/>
          </a:prstGeom>
          <a:solidFill>
            <a:srgbClr val="4C63DD"/>
          </a:solidFill>
          <a:ln w="12700">
            <a:solidFill>
              <a:srgbClr val="4C63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800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663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120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da API para acesso fora da rede local e relatórios exportáveis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10881360" cy="640080"/>
          </a:xfrm>
          <a:prstGeom prst="roundRect">
            <a:avLst>
              <a:gd name="adj" fmla="val 17143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5E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github.com/wesley-franca/fiap_2-ano_fase-6-projeto-agua-branca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de Inovação - Grupo Águia Branca</dc:title>
  <dc:subject>PptxGenJS Presentation</dc:subject>
  <dc:creator>Grupo 42 - FIAP</dc:creator>
  <cp:lastModifiedBy>Grupo 42 - FIAP</cp:lastModifiedBy>
  <cp:revision>1</cp:revision>
  <dcterms:created xsi:type="dcterms:W3CDTF">2026-09-18T03:06:34Z</dcterms:created>
  <dcterms:modified xsi:type="dcterms:W3CDTF">2026-09-18T03:06:34Z</dcterms:modified>
</cp:coreProperties>
</file>